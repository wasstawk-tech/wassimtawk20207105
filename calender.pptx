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4" d="100"/>
          <a:sy n="64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440D-871D-624A-CCFB-71AFA181F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C6674-7F87-8B9A-CA92-E0F7B8559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8DF44-9D54-2867-A2F1-9A958F7D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A458-7668-CA5D-FF03-B6A382C2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627CB-4D5A-C7D4-D444-360AC9F4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89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3B27-BCB5-672C-07C6-19F9AADA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5B86B-8B90-CC18-31D7-34D3A80EC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8FAAC-A0D4-D74F-BEC8-A6E21C04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7BEF2-2236-A03E-D2BD-9D7631AC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C0AC6-07F4-F6DE-C0B2-ABAB5A65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0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8660-72F0-5955-DD04-3AB44B1C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62B79-263B-84A1-8CCA-DA03E41A3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5EE69-CA23-D3C0-C286-29D5A8AE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CF8E8-6B8F-66B3-2B3B-BB4E9A80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4EC86-BC4F-42F5-AC6B-EFE94A8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0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CE22-60CE-2399-E2EE-40A805F9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E2A5-810D-4AAB-E952-18E3DDBF8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D2CA4-C985-EFA0-C1DE-79EBE13CE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F9E28-D506-C504-7643-3BAF3C16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0788F-3F3A-D5B2-6C98-787D0166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AEF67-9836-4232-8513-2F082B11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5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7B81-55B0-47AA-0AF4-C80D5DA19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4CBDA-5E2C-D3E2-740B-4E562915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8B3A6-5FD2-ED7E-3281-51C60831C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FAE49-EB85-B069-EA64-65D902983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EDC85-A166-0F74-CB05-580D0CA7E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8AC49-24B6-A27A-8A63-E0419C41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13B35B-6FFF-D961-4C10-0A0A4BD1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35585-B86D-34A4-57F7-325BE81C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3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1D45-04E3-451E-0320-AF05CCA7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E63EF-0FD1-16A6-6F54-632453029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C66DB-28D7-8324-AB41-1C6C09D5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545BE-98FB-88CE-110E-9E05E819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9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A53F6-408A-A95C-4411-2F7D70E1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229E8-5CC6-4193-9FEB-017305D6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4EBF8-4ACF-1619-560A-50C0CC42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8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BDEE-20F6-3098-F9FC-8ADF22A6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F4E73-3624-D796-9F42-24E848E34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349FF-F6D5-676A-AE30-62F4673DE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BED8D-9086-C8B1-B109-4586AFB2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029F1-72B8-B2D0-3ECB-D744B2DF5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CC831-CC7C-94FC-B1F7-54717A89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6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758C-7EA1-1614-C5D2-B5362629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D97AA9-0CDD-6D1B-138A-F3DF779D3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23335-CCCF-032A-2510-62D970E1A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E56AA-7440-2F88-C268-8777A258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EE6DE-996A-498E-70EA-B707C83B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A183E-EE66-9395-92F3-AA9B8B46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4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A892-E921-54EE-EFEB-DDE61519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A02A3-9560-491A-388C-629B7B091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1C380-E2D7-4630-1899-3429EC87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E8EC-C16E-2CBA-2B26-47AD3AED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6944C-2435-2552-442D-D8F1917B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71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7A76C-9FBE-EA59-67F3-A3F5D7F0F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C0DA8-F8FC-6871-9EF8-63863854B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ADEBB-5BAC-DB5B-8A21-6279711F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2FAE4-1CF7-C497-3DB3-CEB4E625E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55024-98BE-03E4-01E0-31E0B042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4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671D9-DAB4-20CE-262B-2867A090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79B8-441B-E70E-FC8A-5F914AB3C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89706-692F-EE32-2DC3-0489563A6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C60E7-537A-4373-8404-15E8AD1F3D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CCBA2-7A51-928F-5537-1894D7C73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74D4B-092B-662B-FF49-D122A6A57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F16F7-AF04-4618-9E37-17BAE223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5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ED52EF-3339-54E8-0C75-9AE3D3040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79799"/>
              </p:ext>
            </p:extLst>
          </p:nvPr>
        </p:nvGraphicFramePr>
        <p:xfrm>
          <a:off x="0" y="-1"/>
          <a:ext cx="6385810" cy="532150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192905">
                  <a:extLst>
                    <a:ext uri="{9D8B030D-6E8A-4147-A177-3AD203B41FA5}">
                      <a16:colId xmlns:a16="http://schemas.microsoft.com/office/drawing/2014/main" val="1606360396"/>
                    </a:ext>
                  </a:extLst>
                </a:gridCol>
                <a:gridCol w="3192905">
                  <a:extLst>
                    <a:ext uri="{9D8B030D-6E8A-4147-A177-3AD203B41FA5}">
                      <a16:colId xmlns:a16="http://schemas.microsoft.com/office/drawing/2014/main" val="3918148698"/>
                    </a:ext>
                  </a:extLst>
                </a:gridCol>
              </a:tblGrid>
              <a:tr h="1773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Monday</a:t>
                      </a:r>
                    </a:p>
                    <a:p>
                      <a:pPr algn="l"/>
                      <a:r>
                        <a:rPr lang="en-US" b="0" dirty="0"/>
                        <a:t>-University class: 9:00 till 2:00</a:t>
                      </a:r>
                    </a:p>
                    <a:p>
                      <a:pPr algn="l"/>
                      <a:r>
                        <a:rPr lang="en-US" b="0" dirty="0"/>
                        <a:t>-Study: 4:00 till 6:00</a:t>
                      </a:r>
                    </a:p>
                    <a:p>
                      <a:pPr algn="l"/>
                      <a:r>
                        <a:rPr lang="en-US" b="0" dirty="0"/>
                        <a:t>-Exercise: 7:00 till 9:00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Tuesday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0" dirty="0"/>
                        <a:t>University class: 9:30 till 11:00 AM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b="0" dirty="0"/>
                        <a:t>- CISSP work : 2:00 till 10:00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930819"/>
                  </a:ext>
                </a:extLst>
              </a:tr>
              <a:tr h="17738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Wednesday</a:t>
                      </a:r>
                    </a:p>
                    <a:p>
                      <a:pPr algn="l"/>
                      <a:r>
                        <a:rPr lang="en-US" b="0" dirty="0"/>
                        <a:t>-University class: 9:00 till 2:00</a:t>
                      </a:r>
                    </a:p>
                    <a:p>
                      <a:pPr algn="l"/>
                      <a:r>
                        <a:rPr lang="en-US" b="0" dirty="0"/>
                        <a:t>-Study: 4:00 till 6:00</a:t>
                      </a:r>
                    </a:p>
                    <a:p>
                      <a:pPr algn="l"/>
                      <a:r>
                        <a:rPr lang="en-US" b="0" dirty="0"/>
                        <a:t>-Exercise: 7:00 till 9:00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Thursday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0" dirty="0"/>
                        <a:t>University Class: 9:30 till 11:00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0" dirty="0"/>
                        <a:t>CISSP work : 2:00 till 10:00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44973"/>
                  </a:ext>
                </a:extLst>
              </a:tr>
              <a:tr h="17738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Friday</a:t>
                      </a:r>
                    </a:p>
                    <a:p>
                      <a:pPr algn="l"/>
                      <a:r>
                        <a:rPr lang="en-US" b="0" dirty="0"/>
                        <a:t>-University class: 9:00 till 2:00</a:t>
                      </a:r>
                    </a:p>
                    <a:p>
                      <a:pPr algn="l"/>
                      <a:r>
                        <a:rPr lang="en-US" b="0" dirty="0"/>
                        <a:t>-Study: 4:00 till 6:00</a:t>
                      </a:r>
                    </a:p>
                    <a:p>
                      <a:pPr algn="l"/>
                      <a:r>
                        <a:rPr lang="en-US" b="0" dirty="0"/>
                        <a:t>-Exercise: 7:00 till 9:00</a:t>
                      </a:r>
                    </a:p>
                    <a:p>
                      <a:pPr algn="l"/>
                      <a:r>
                        <a:rPr lang="en-US" b="0" dirty="0"/>
                        <a:t>- Go out: 9:00 till 12:00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Saturday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0" dirty="0"/>
                        <a:t>Exercise: 10:00 till 12:00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0" dirty="0"/>
                        <a:t>CISSP work: 2:00 till 10:00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0" dirty="0"/>
                        <a:t>Go out: 10:00 till 1:00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92411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4101D9-2F24-DF69-E7B3-16B15C0A2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074035"/>
              </p:ext>
            </p:extLst>
          </p:nvPr>
        </p:nvGraphicFramePr>
        <p:xfrm>
          <a:off x="-1" y="5321507"/>
          <a:ext cx="6385809" cy="164142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385809">
                  <a:extLst>
                    <a:ext uri="{9D8B030D-6E8A-4147-A177-3AD203B41FA5}">
                      <a16:colId xmlns:a16="http://schemas.microsoft.com/office/drawing/2014/main" val="3055419102"/>
                    </a:ext>
                  </a:extLst>
                </a:gridCol>
              </a:tblGrid>
              <a:tr h="1641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Sunday</a:t>
                      </a:r>
                    </a:p>
                    <a:p>
                      <a:pPr algn="l"/>
                      <a:r>
                        <a:rPr lang="en-US" b="0" dirty="0"/>
                        <a:t>- Study: 6:00 till 8:00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8777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D2CB904-3C5A-4C42-A4C4-A4962AED0D48}"/>
              </a:ext>
            </a:extLst>
          </p:cNvPr>
          <p:cNvSpPr txBox="1"/>
          <p:nvPr/>
        </p:nvSpPr>
        <p:spPr>
          <a:xfrm>
            <a:off x="6955435" y="1903750"/>
            <a:ext cx="4936761" cy="2123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 Do List: Study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Review what to do for each course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for any assignments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Highlight anything that you didn’t understand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Finish assignments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progress for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Complete project tasks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9368D-5291-6550-D2D4-82512BB37BE6}"/>
              </a:ext>
            </a:extLst>
          </p:cNvPr>
          <p:cNvSpPr txBox="1"/>
          <p:nvPr/>
        </p:nvSpPr>
        <p:spPr>
          <a:xfrm>
            <a:off x="9608695" y="0"/>
            <a:ext cx="2583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Wassim </a:t>
            </a:r>
            <a:r>
              <a:rPr lang="en-US" dirty="0" err="1"/>
              <a:t>Tawk</a:t>
            </a:r>
            <a:endParaRPr lang="en-US" dirty="0"/>
          </a:p>
          <a:p>
            <a:r>
              <a:rPr lang="en-US" dirty="0"/>
              <a:t>20207105</a:t>
            </a:r>
          </a:p>
        </p:txBody>
      </p:sp>
    </p:spTree>
    <p:extLst>
      <p:ext uri="{BB962C8B-B14F-4D97-AF65-F5344CB8AC3E}">
        <p14:creationId xmlns:p14="http://schemas.microsoft.com/office/powerpoint/2010/main" val="113975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155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WASSIM L. TAWK</dc:creator>
  <cp:lastModifiedBy>WASSIM L. TAWK</cp:lastModifiedBy>
  <cp:revision>2</cp:revision>
  <dcterms:created xsi:type="dcterms:W3CDTF">2025-12-09T07:40:17Z</dcterms:created>
  <dcterms:modified xsi:type="dcterms:W3CDTF">2025-12-09T07:58:59Z</dcterms:modified>
</cp:coreProperties>
</file>